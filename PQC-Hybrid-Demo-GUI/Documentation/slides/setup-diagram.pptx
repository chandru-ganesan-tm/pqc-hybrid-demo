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PQC Demo Setup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5897880" cy="5669280"/>
          </a:xfrm>
          <a:prstGeom prst="roundRect">
            <a:avLst/>
          </a:prstGeom>
          <a:solidFill>
            <a:srgbClr val="F5F8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300" b="1"/>
              <a:t>HOST MACHINE (WSL/Linux)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731520"/>
            <a:ext cx="5577840" cy="5669280"/>
          </a:xfrm>
          <a:prstGeom prst="roundRect">
            <a:avLst/>
          </a:prstGeom>
          <a:solidFill>
            <a:srgbClr val="F5FF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300" b="1"/>
              <a:t>S4SK BOARD (192.168.0.5)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200" b="1"/>
              <a:t>src/gui/app.py
(GUI)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663440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200" b="1"/>
              <a:t>./server
(PQC Server)
:9090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50876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200" b="1"/>
              <a:t>shared/bin/client
(Board 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65760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100" b="1"/>
              <a:t>127.0.0.1:19090
(tunnel endpoint)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1965960"/>
            <a:ext cx="47091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60520" y="16002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/>
              <a:t>Channel B
SSH stdout/stderr
(client JSON events)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2423160"/>
            <a:ext cx="502920" cy="2240280"/>
          </a:xfrm>
          <a:prstGeom prst="line">
            <a:avLst/>
          </a:prstGeom>
          <a:ln w="25400">
            <a:solidFill>
              <a:srgbClr val="009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3154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/>
              <a:t>Channel A
Unix socketpair (--gui-fd)
JSON + PROCESS/NEXT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2423160"/>
            <a:ext cx="0" cy="1234440"/>
          </a:xfrm>
          <a:prstGeom prst="line">
            <a:avLst/>
          </a:prstGeom>
          <a:ln w="25400">
            <a:solidFill>
              <a:srgbClr val="CC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46120" y="4114800"/>
            <a:ext cx="4069080" cy="1005840"/>
          </a:xfrm>
          <a:prstGeom prst="line">
            <a:avLst/>
          </a:prstGeom>
          <a:ln w="25400">
            <a:solidFill>
              <a:srgbClr val="CC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32520" y="2743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/>
              <a:t>Channel C
TCP crypto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406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SSH reverse tunnel: -R 19090:127.0.0.1:9090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080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/>
              <a:t>A: GUI &lt;-&gt; Server control JSON   |   B: GUI &lt;-&gt; Client SSH event stream   |   C: Client -&gt; Server crypto payload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