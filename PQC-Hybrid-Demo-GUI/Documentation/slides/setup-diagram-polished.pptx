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2238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7E43E-6800-CC26-A644-32EF4150067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458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Meiyo"/>
              </a:rPr>
              <a:t>•• PROTECTED 関係者外秘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PQC Hybrid Demo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Board mode data path with control, event, and crypto channels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5486400" cy="51663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73152" rtlCol="0" anchor="ctr"/>
          <a:lstStyle/>
          <a:p>
            <a:pPr algn="l"/>
            <a:r>
              <a:rPr sz="1300" b="1">
                <a:solidFill>
                  <a:srgbClr val="0F172A"/>
                </a:solidFill>
              </a:rPr>
              <a:t>HOST MACHINE (WSL/Linux)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960120"/>
            <a:ext cx="5440680" cy="51663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73152" rtlCol="0" anchor="ctr"/>
          <a:lstStyle/>
          <a:p>
            <a:pPr algn="l"/>
            <a:r>
              <a:rPr sz="1300" b="1">
                <a:solidFill>
                  <a:srgbClr val="0F172A"/>
                </a:solidFill>
              </a:rPr>
              <a:t>S4SK BOARD (192.168.0.5)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874519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src/gui/app.py</a:t>
            </a:r>
          </a:p>
          <a:p>
            <a:pPr algn="ctr"/>
            <a:r>
              <a:rPr sz="1000">
                <a:solidFill>
                  <a:srgbClr val="475569"/>
                </a:solidFill>
              </a:rPr>
              <a:t>GUI 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452628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./server</a:t>
            </a:r>
          </a:p>
          <a:p>
            <a:pPr algn="ctr"/>
            <a:r>
              <a:rPr sz="1000">
                <a:solidFill>
                  <a:srgbClr val="475569"/>
                </a:solidFill>
              </a:rPr>
              <a:t>PQC Server :9090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783080"/>
            <a:ext cx="2148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shared/bin/client</a:t>
            </a:r>
          </a:p>
          <a:p>
            <a:pPr algn="ctr"/>
            <a:r>
              <a:rPr sz="1000">
                <a:solidFill>
                  <a:srgbClr val="475569"/>
                </a:solidFill>
              </a:rPr>
              <a:t>Board 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657600"/>
            <a:ext cx="2057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127.0.0.1:19090</a:t>
            </a:r>
          </a:p>
          <a:p>
            <a:pPr algn="ctr"/>
            <a:r>
              <a:rPr sz="1000">
                <a:solidFill>
                  <a:srgbClr val="475569"/>
                </a:solidFill>
              </a:rPr>
              <a:t>Tunnel Endpoint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240280"/>
            <a:ext cx="4069080" cy="0"/>
          </a:xfrm>
          <a:prstGeom prst="line">
            <a:avLst/>
          </a:prstGeom>
          <a:ln w="30480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783080" y="2697480"/>
            <a:ext cx="320040" cy="1828800"/>
          </a:xfrm>
          <a:prstGeom prst="line">
            <a:avLst/>
          </a:prstGeom>
          <a:ln w="30480">
            <a:solidFill>
              <a:srgbClr val="0369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63840" y="2697480"/>
            <a:ext cx="0" cy="960120"/>
          </a:xfrm>
          <a:prstGeom prst="line">
            <a:avLst/>
          </a:prstGeom>
          <a:ln w="3048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200400" y="4114800"/>
            <a:ext cx="3657600" cy="868680"/>
          </a:xfrm>
          <a:prstGeom prst="line">
            <a:avLst/>
          </a:prstGeom>
          <a:ln w="3048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77639" y="1965960"/>
            <a:ext cx="530352" cy="237744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874519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SSH stdout/stderr
client JSON 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218688"/>
            <a:ext cx="530352" cy="237744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054096"/>
            <a:ext cx="1965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socketpair --gui-fd
PROCESS/NEXT + JSON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2926080"/>
            <a:ext cx="530352" cy="237744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2761488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TCP crypto payload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5440680"/>
            <a:ext cx="4069080" cy="411480"/>
          </a:xfrm>
          <a:prstGeom prst="roundRect">
            <a:avLst/>
          </a:prstGeom>
          <a:solidFill>
            <a:srgbClr val="FFF7ED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92400E"/>
                </a:solidFill>
              </a:rPr>
              <a:t>SSH reverse tunnel: -R 19090:127.0.0.1:9090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6236208"/>
            <a:ext cx="11247120" cy="3931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66928" y="6300216"/>
            <a:ext cx="384048" cy="1828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627278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GUI ↔ Server control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6300216"/>
            <a:ext cx="384048" cy="18288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627278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GUI ↔ Client events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6300216"/>
            <a:ext cx="384048" cy="18288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6272784"/>
            <a:ext cx="3566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Client → Server crypto payload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bb3c382-541a-4789-80ed-24b21ea5b276}" enabled="1" method="Standard" siteId="{8c642d1d-d709-47b0-ab10-080af10798fb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</Words>
  <Application>Microsoft Office PowerPoint</Application>
  <PresentationFormat>On-screen Show (4:3)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Meiyo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Chandru Ganesan (TMNA)</cp:lastModifiedBy>
  <cp:revision>1</cp:revision>
  <dcterms:created xsi:type="dcterms:W3CDTF">2013-01-27T09:14:16Z</dcterms:created>
  <dcterms:modified xsi:type="dcterms:W3CDTF">2026-04-22T19:13:34Z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•• PROTECTED 関係者外秘</vt:lpwstr>
  </property>
</Properties>
</file>